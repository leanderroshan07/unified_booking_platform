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sldIdLst>
    <p:sldId id="257" r:id="rId2"/>
    <p:sldId id="259" r:id="rId3"/>
    <p:sldId id="275" r:id="rId4"/>
    <p:sldId id="262" r:id="rId5"/>
    <p:sldId id="268" r:id="rId6"/>
    <p:sldId id="270" r:id="rId7"/>
    <p:sldId id="27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B32F0-08A5-4EF0-8DE3-59101D6EE244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67251E-586D-4348-8DAC-E62978CE743A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943FFAAB-55BD-4260-A4E4-7D8FCB28E61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614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1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WenQuanYi Micro Hei" charset="0"/>
              </a:defRPr>
            </a:lvl9pPr>
          </a:lstStyle>
          <a:p>
            <a:fld id="{90E773DE-2121-4534-891E-4D269B6198E4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2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819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819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C928-9714-4F09-AE9C-B528894147EA}" type="datetime1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ITC1365 - EXPLORATORY DATA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B0756-FC39-40F2-AE6B-E47CC92E69F0}" type="datetime1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ITC1365 - EXPLORATORY DATA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F59EE-6E44-4EC5-B743-56364C358950}" type="datetime1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ITC1365 - EXPLORATORY DATA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087B0-1696-4B8E-8499-63FE83517830}" type="datetime1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ITC1365 - EXPLORATORY DATA ANALYTICS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7739-47D7-4369-9627-C747691F05D4}" type="datetime1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ITC1365 - EXPLORATORY DATA ANALYTICS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503A5-CAFA-4CB3-9177-7123DA3DB155}" type="datetime1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ITC1365 - EXPLORATORY DATA ANALYTICS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8D78D-48D1-449F-874F-1F96C64D321C}" type="datetime1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ITC1365 - EXPLORATORY DATA ANALYTICS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2F5FE-CF8B-488A-9FBF-9A9FA55312D6}" type="datetime1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ITC1365 - EXPLORATORY DATA ANALYTICS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01B29-5AEB-4E68-BDA0-23754AE9280E}" type="datetime1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ITC1365 - EXPLORATORY DATA ANALYTICS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BC5AA-C98B-4767-9F86-543C86342EB3}" type="datetime1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ITC1365 - EXPLORATORY DATA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0F431-F1A2-484B-9821-BE68B2552BFD}" type="datetime1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ITC1365 - EXPLORATORY DATA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118B2-72C7-48F4-B6C5-9B169F0411AF}" type="datetime1">
              <a:rPr lang="en-IN" smtClean="0"/>
              <a:t>24-02-2026</a:t>
            </a:fld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B1F0C1-FE4D-47C4-BFD4-577E77A4BE4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AA038-B803-4A22-B9BC-E3AF3BDCED81}" type="datetime1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ITC1365 - EXPLORATORY DATA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D2EA7-D846-4DD1-862F-6C9076468EAA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74" name="Google Shape;36974;p1"/>
          <p:cNvSpPr/>
          <p:nvPr/>
        </p:nvSpPr>
        <p:spPr>
          <a:xfrm>
            <a:off x="240550" y="274650"/>
            <a:ext cx="11696700" cy="6300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975" name="Google Shape;36975;p1"/>
          <p:cNvSpPr txBox="1">
            <a:spLocks noGrp="1"/>
          </p:cNvSpPr>
          <p:nvPr>
            <p:ph type="subTitle" idx="4294967295"/>
          </p:nvPr>
        </p:nvSpPr>
        <p:spPr>
          <a:xfrm>
            <a:off x="1533780" y="2099070"/>
            <a:ext cx="10224024" cy="35857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Presented by,</a:t>
            </a:r>
            <a:endParaRPr sz="28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 panose="020B0604020202020204"/>
              <a:buNone/>
            </a:pPr>
            <a:r>
              <a:rPr lang="en-US" sz="2400" b="1" i="0" u="none" strike="noStrike" cap="none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Name                 : </a:t>
            </a:r>
            <a:r>
              <a:rPr lang="en-US" sz="2000" b="1" i="0" u="none" strike="noStrike" cap="none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AKASH KANNAH </a:t>
            </a:r>
            <a:r>
              <a: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R, MUKESH KANNA R, LEANDER ROSHAN L </a:t>
            </a:r>
            <a:r>
              <a:rPr lang="en-US" sz="2400" b="1" i="0" u="none" strike="noStrike" cap="none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Register No.     : 8115U23IT016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, 8115U23IT045, 8115U23IT019</a:t>
            </a:r>
            <a:endParaRPr lang="en-US" sz="2400" b="1" i="0" u="none" strike="noStrike" cap="none" dirty="0">
              <a:solidFill>
                <a:srgbClr val="0000FF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SzPts val="2400"/>
              <a:buNone/>
            </a:pPr>
            <a:r>
              <a:rPr lang="en-US" sz="2400" b="1" i="0" u="none" strike="noStrike" cap="none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Roll. No.            : ITA2316,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ITA2345, ITA2319</a:t>
            </a:r>
            <a:endParaRPr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 panose="020B0604020202020204"/>
              <a:buNone/>
            </a:pPr>
            <a:r>
              <a:rPr lang="en-US" sz="2400" b="1" i="0" u="none" strike="noStrike" cap="none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Year &amp; Section : III &amp; A</a:t>
            </a:r>
            <a:endParaRPr sz="2400" b="1" i="0" u="none" strike="noStrike" cap="none" dirty="0">
              <a:solidFill>
                <a:srgbClr val="0000FF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 panose="020B0604020202020204"/>
              <a:buNone/>
            </a:pP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Course Code    : ITB1332</a:t>
            </a:r>
            <a:endParaRPr sz="2400" b="1" dirty="0">
              <a:solidFill>
                <a:srgbClr val="0000FF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 panose="020B0604020202020204"/>
              <a:buNone/>
            </a:pP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Course Name   : DESIGN PROJECT</a:t>
            </a:r>
            <a:endParaRPr lang="en-US" sz="1800" b="1" i="0" u="none" strike="noStrike" cap="none" dirty="0">
              <a:solidFill>
                <a:srgbClr val="00206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1" i="0" u="none" strike="noStrike" cap="none" dirty="0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sz="1800" b="1" dirty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1800" b="1" i="0" u="none" strike="noStrike" cap="none" dirty="0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 dirty="0">
              <a:solidFill>
                <a:srgbClr val="8B8B8B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 dirty="0">
              <a:solidFill>
                <a:srgbClr val="8B8B8B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 dirty="0">
              <a:solidFill>
                <a:srgbClr val="8B8B8B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6976" name="Google Shape;36976;p1"/>
          <p:cNvSpPr/>
          <p:nvPr/>
        </p:nvSpPr>
        <p:spPr>
          <a:xfrm>
            <a:off x="1679575" y="-1684338"/>
            <a:ext cx="3543300" cy="3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6977" name="Google Shape;36977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67251" y="356884"/>
            <a:ext cx="1312323" cy="1300606"/>
          </a:xfrm>
          <a:prstGeom prst="rect">
            <a:avLst/>
          </a:prstGeom>
          <a:noFill/>
          <a:ln>
            <a:noFill/>
          </a:ln>
        </p:spPr>
      </p:pic>
      <p:sp>
        <p:nvSpPr>
          <p:cNvPr id="36978" name="Google Shape;36978;p1"/>
          <p:cNvSpPr/>
          <p:nvPr/>
        </p:nvSpPr>
        <p:spPr>
          <a:xfrm>
            <a:off x="1533780" y="395920"/>
            <a:ext cx="8863500" cy="22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r>
              <a:rPr lang="en-US" sz="2800" b="1" i="0" u="none" strike="noStrike" cap="none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K.RAMAKRISHNAN COLLEGE OF ENGINEERING</a:t>
            </a:r>
            <a:endParaRPr sz="18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r>
              <a:rPr lang="en-US" sz="1800" b="1" i="0" u="none" strike="noStrike" cap="none" dirty="0">
                <a:solidFill>
                  <a:srgbClr val="FF00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(AUTONOMOUS)</a:t>
            </a:r>
            <a:endParaRPr sz="18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lvl="0" algn="ctr">
              <a:buClr>
                <a:srgbClr val="000000"/>
              </a:buClr>
              <a:buSzPts val="2800"/>
            </a:pPr>
            <a:r>
              <a:rPr lang="en-US" sz="40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Unified-booking-platform</a:t>
            </a:r>
            <a:endParaRPr lang="en-US" sz="40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pic>
        <p:nvPicPr>
          <p:cNvPr id="36979" name="Google Shape;36979;p1" descr="A blue and white logo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156050" y="347940"/>
            <a:ext cx="1716050" cy="13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6980" name="Google Shape;36980;p1"/>
          <p:cNvSpPr txBox="1"/>
          <p:nvPr/>
        </p:nvSpPr>
        <p:spPr>
          <a:xfrm>
            <a:off x="561975" y="5962650"/>
            <a:ext cx="3974465" cy="505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   </a:t>
            </a:r>
            <a:r>
              <a:rPr lang="en-US" sz="1800" b="1" i="0" u="none" strike="noStrike" cap="none" dirty="0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 of Review :</a:t>
            </a:r>
            <a:r>
              <a:rPr lang="en-US" b="1" dirty="0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24</a:t>
            </a:r>
            <a:r>
              <a:rPr lang="en-US" sz="1800" b="1" i="0" u="none" strike="noStrike" cap="none" dirty="0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/02/2026 </a:t>
            </a:r>
            <a:endParaRPr sz="1800" b="1" i="0" u="sng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B0B1F0C1-FE4D-47C4-BFD4-577E77A4BE46}" type="slidenum">
              <a:rPr lang="en-US" altLang="en-US" smtClean="0"/>
              <a:t>1</a:t>
            </a:fld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83" name="Google Shape;36983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</a:pPr>
            <a:r>
              <a:rPr lang="en-US" sz="28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AGENDA</a:t>
            </a:r>
            <a:endParaRPr sz="2800" b="1" dirty="0">
              <a:solidFill>
                <a:srgbClr val="FF0066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601508"/>
            <a:ext cx="10515600" cy="4351338"/>
          </a:xfrm>
        </p:spPr>
        <p:txBody>
          <a:bodyPr>
            <a:normAutofit/>
          </a:bodyPr>
          <a:lstStyle/>
          <a:p>
            <a:pPr marL="285750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285750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pPr marL="285750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  <a:p>
            <a:pPr marL="285750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marL="285750" indent="-28575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Dataflow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E77ED-6946-0F9D-B348-09242AF35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F4FC-56BC-82C0-485A-3D54DC30B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059" y="752393"/>
            <a:ext cx="10515600" cy="780784"/>
          </a:xfrm>
        </p:spPr>
        <p:txBody>
          <a:bodyPr>
            <a:normAutofit/>
          </a:bodyPr>
          <a:lstStyle/>
          <a:p>
            <a:pPr marL="285750" indent="-285750"/>
            <a:r>
              <a:rPr lang="en-US" sz="24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8D975-000B-81FD-1307-83F2BC735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t>3</a:t>
            </a:fld>
            <a:endParaRPr lang="en-IN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6BF4125-64C2-1E30-F20F-F1E70FFBD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582" y="3309004"/>
            <a:ext cx="97628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23C29A-DAF3-31D8-7692-066E2C4AD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0518" y="1768415"/>
            <a:ext cx="8813490" cy="4494362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secure unified platform for booking movies, buses, trains, hotels.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encrypted authentication ensuring strong user login and authorization.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AI RAG chatbot for intelligent movie-based emotional recommendations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responsive user interface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react,tailwind,ensuring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seamless experiences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MongoDB database with Node.js backend for scalable performance.</a:t>
            </a:r>
          </a:p>
        </p:txBody>
      </p:sp>
    </p:spTree>
    <p:extLst>
      <p:ext uri="{BB962C8B-B14F-4D97-AF65-F5344CB8AC3E}">
        <p14:creationId xmlns:p14="http://schemas.microsoft.com/office/powerpoint/2010/main" val="445475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6345"/>
            <a:ext cx="10515600" cy="1325563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t>4</a:t>
            </a:fld>
            <a:endParaRPr lang="en-IN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9CE2CCC-7717-EDE0-39CB-AADEAAC165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60930" y="2230234"/>
            <a:ext cx="10515600" cy="285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Booking Platform simplifies ticket reservations across multiple services.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movies, buses, trains, and hotels seamlessly.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ensures encrypted user data and protected transactions.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delivers a modern, efficient, and user-centric digital cinema booking experience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Ai-powered chatbot enhances user experience with 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ntelligent recommendations.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technologies like React, Node.js, and MongoDB ensure scalability.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35422-59BF-3066-9D54-2DDEADCC3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C21F4-1D7D-7CD5-FB50-049657392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803" y="539345"/>
            <a:ext cx="10515600" cy="605347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E8CCA4-C1C3-9EAE-64C2-1F5D629D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3C98E7B-88B7-2A64-989C-51CA738C7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254407"/>
              </p:ext>
            </p:extLst>
          </p:nvPr>
        </p:nvGraphicFramePr>
        <p:xfrm>
          <a:off x="797857" y="897147"/>
          <a:ext cx="10554505" cy="539328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119257">
                  <a:extLst>
                    <a:ext uri="{9D8B030D-6E8A-4147-A177-3AD203B41FA5}">
                      <a16:colId xmlns:a16="http://schemas.microsoft.com/office/drawing/2014/main" val="1657745582"/>
                    </a:ext>
                  </a:extLst>
                </a:gridCol>
                <a:gridCol w="2119257">
                  <a:extLst>
                    <a:ext uri="{9D8B030D-6E8A-4147-A177-3AD203B41FA5}">
                      <a16:colId xmlns:a16="http://schemas.microsoft.com/office/drawing/2014/main" val="453731398"/>
                    </a:ext>
                  </a:extLst>
                </a:gridCol>
                <a:gridCol w="2119257">
                  <a:extLst>
                    <a:ext uri="{9D8B030D-6E8A-4147-A177-3AD203B41FA5}">
                      <a16:colId xmlns:a16="http://schemas.microsoft.com/office/drawing/2014/main" val="2003493302"/>
                    </a:ext>
                  </a:extLst>
                </a:gridCol>
                <a:gridCol w="2119257">
                  <a:extLst>
                    <a:ext uri="{9D8B030D-6E8A-4147-A177-3AD203B41FA5}">
                      <a16:colId xmlns:a16="http://schemas.microsoft.com/office/drawing/2014/main" val="4006613692"/>
                    </a:ext>
                  </a:extLst>
                </a:gridCol>
                <a:gridCol w="2077477">
                  <a:extLst>
                    <a:ext uri="{9D8B030D-6E8A-4147-A177-3AD203B41FA5}">
                      <a16:colId xmlns:a16="http://schemas.microsoft.com/office/drawing/2014/main" val="2837889031"/>
                    </a:ext>
                  </a:extLst>
                </a:gridCol>
              </a:tblGrid>
              <a:tr h="399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2998720"/>
                  </a:ext>
                </a:extLst>
              </a:tr>
              <a:tr h="15410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Unified Online Ticket Booking System Using MERN Stack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Rahul Verma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multiple booking services, Improves user convenience, Reduces manual errors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system integration, Requires strong backend management, Higher server dependency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606117"/>
                  </a:ext>
                </a:extLst>
              </a:tr>
              <a:tr h="15527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AI-Powered Recommendation System for Entertainment Platforms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Neha Reddy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personalized suggestions, Enhances engagement, Improves customer satisfaction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large datasets, Increased computational cost, Model maintenance required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2944182"/>
                  </a:ext>
                </a:extLst>
              </a:tr>
              <a:tr h="18995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Web-Based Payment and Authentication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Karthik Iyer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Strengthens encrypted login, Protects transactions, Supports secure online payments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 complexity, Continuous security updates required, Higher infrastructure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1030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6905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812A0-9E7F-97FA-7AB4-E363CF54B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38582-8410-AD0E-F0E1-DCBA88901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1727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24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75718-0634-18A1-BA16-018395796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t>6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A1ECFF-0D31-F6AA-3CC6-047D5C78D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505" y="1245882"/>
            <a:ext cx="4879753" cy="508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416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EAB12-E522-A934-D5A5-F90EB93AC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C4C5F-A597-0B59-3565-8E3FE834E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8094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24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03AD6-E5C2-48CA-E588-9F44371D6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D2EA7-D846-4DD1-862F-6C9076468EAA}" type="slidenum">
              <a:rPr lang="en-IN" smtClean="0"/>
              <a:t>7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AB0F7E-7CD1-1289-A127-440060FC30F0}"/>
              </a:ext>
            </a:extLst>
          </p:cNvPr>
          <p:cNvSpPr txBox="1"/>
          <p:nvPr/>
        </p:nvSpPr>
        <p:spPr>
          <a:xfrm>
            <a:off x="1589715" y="1606122"/>
            <a:ext cx="954698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System – Secure encrypted login and validation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 Module – Manage profiles and booking history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 Panel – Control platform services and users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Booking System – Select seats and confirm tickets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Booking Module – Search routes and book tickets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Reservation System – Check availability and reserve rooms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Processing Module – Process secure online transactions safely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Chatbot System – Provide intelligent emotional movie recommendations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Filter Module – Advanced filtering and sorting options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Reporting System – Generate booking and revenue reports</a:t>
            </a:r>
          </a:p>
        </p:txBody>
      </p:sp>
    </p:spTree>
    <p:extLst>
      <p:ext uri="{BB962C8B-B14F-4D97-AF65-F5344CB8AC3E}">
        <p14:creationId xmlns:p14="http://schemas.microsoft.com/office/powerpoint/2010/main" val="2475258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917</TotalTime>
  <Words>422</Words>
  <Application>Microsoft Office PowerPoint</Application>
  <PresentationFormat>Widescreen</PresentationFormat>
  <Paragraphs>76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AGENDA</vt:lpstr>
      <vt:lpstr>OBJECTIVE</vt:lpstr>
      <vt:lpstr>INTRODUCTION</vt:lpstr>
      <vt:lpstr>LITERATURE SURVEY  </vt:lpstr>
      <vt:lpstr>WORKFLOW</vt:lpstr>
      <vt:lpstr>MODULES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Leander Roshan</cp:lastModifiedBy>
  <cp:revision>23</cp:revision>
  <dcterms:created xsi:type="dcterms:W3CDTF">2025-09-09T05:14:00Z</dcterms:created>
  <dcterms:modified xsi:type="dcterms:W3CDTF">2026-02-24T04:41:20Z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7B70ED9D6C0E4C9F9BE3E6B37705EE08_13</vt:lpwstr>
  </property>
  <property fmtid="{D5CDD505-2E9C-101B-9397-08002B2CF9AE}" pid="3" name="KSOProductBuildVer">
    <vt:lpwstr>1033-12.2.0.22222</vt:lpwstr>
  </property>
</Properties>
</file>